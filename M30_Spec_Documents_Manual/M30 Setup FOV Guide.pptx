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719" r:id="rId2"/>
    <p:sldId id="3720" r:id="rId3"/>
    <p:sldId id="372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46"/>
  </p:normalViewPr>
  <p:slideViewPr>
    <p:cSldViewPr snapToGrid="0">
      <p:cViewPr varScale="1">
        <p:scale>
          <a:sx n="112" d="100"/>
          <a:sy n="112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9A16ECD-41A4-2146-9C21-EC2B6892D3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C162397-2B0C-5B42-A6B1-C2B84DE1F2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118049"/>
            <a:ext cx="10515599" cy="1528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32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</p:txBody>
      </p:sp>
      <p:sp>
        <p:nvSpPr>
          <p:cNvPr id="8" name="文本占位符 9">
            <a:extLst>
              <a:ext uri="{FF2B5EF4-FFF2-40B4-BE49-F238E27FC236}">
                <a16:creationId xmlns:a16="http://schemas.microsoft.com/office/drawing/2014/main" id="{67103EBC-DA73-6747-9AD2-605733F6D0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809998"/>
            <a:ext cx="10515600" cy="49795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20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41D75A-EF07-E34F-BBF9-27A532D72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F37D89-B281-B047-9FAB-7B26871857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678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封面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42FC8C4-AE24-7F46-8A0B-92DCD6605D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A2B9BFF-4642-F945-A338-CE118EE232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241" y="5456238"/>
            <a:ext cx="8811359" cy="9001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8" name="图片占位符 12">
            <a:extLst>
              <a:ext uri="{FF2B5EF4-FFF2-40B4-BE49-F238E27FC236}">
                <a16:creationId xmlns:a16="http://schemas.microsoft.com/office/drawing/2014/main" id="{AFB1BDA0-1C77-1B4A-8AE7-2AF264919C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5513" y="-27000"/>
            <a:ext cx="12283027" cy="49429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171FD7-8CAE-EF4D-A794-F6A9C72650B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7ADCE96-F946-844C-901C-7284BA501F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69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2C2F06B-26C2-7E4C-88F4-5753D3869E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4" y="-17926"/>
            <a:ext cx="12283027" cy="6912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4875EC8-D80C-3144-BB98-5893EE2BF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05" y="3801533"/>
            <a:ext cx="3246495" cy="2391291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FD18B8-5435-AF47-BCFA-F6254B0DF8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02826" y="-17062"/>
            <a:ext cx="8236799" cy="6911999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6553AD-5327-6C43-ABC1-7EB54203FF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9223" y="519941"/>
            <a:ext cx="6584577" cy="5672883"/>
          </a:xfrm>
          <a:prstGeom prst="rect">
            <a:avLst/>
          </a:prstGeom>
        </p:spPr>
        <p:txBody>
          <a:bodyPr anchor="b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8001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657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145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58D8E4-1373-B449-8DBE-DB8E3C489AB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551F03A-0A78-3B4E-9233-FC71E5AECE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583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2C2F06B-26C2-7E4C-88F4-5753D3869E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4875EC8-D80C-3144-BB98-5893EE2BF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05" y="4504875"/>
            <a:ext cx="3246495" cy="16879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E3B457B6-317F-1E43-B350-8DE64BEA44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05" y="3327214"/>
            <a:ext cx="897547" cy="6635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9" name="图片占位符 12">
            <a:extLst>
              <a:ext uri="{FF2B5EF4-FFF2-40B4-BE49-F238E27FC236}">
                <a16:creationId xmlns:a16="http://schemas.microsoft.com/office/drawing/2014/main" id="{821A0171-1953-C04D-B4C0-F1E08DADD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18721" y="-27012"/>
            <a:ext cx="8218793" cy="691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910F06-D470-8D4F-A668-5E42D532EC2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9268C88-5186-B646-AE38-934DE0CEA7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56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DC316C0-0D19-E74A-8A5D-70828C1A1C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16" y="-27000"/>
            <a:ext cx="12276633" cy="6912000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2292695"/>
            <a:ext cx="3973997" cy="278257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7942" y="214714"/>
            <a:ext cx="7623175" cy="4967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57800" y="2292694"/>
            <a:ext cx="6096000" cy="2782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719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正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B0B1B49-AF62-4D48-8747-EA7AF8A55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内容占位符 15">
            <a:extLst>
              <a:ext uri="{FF2B5EF4-FFF2-40B4-BE49-F238E27FC236}">
                <a16:creationId xmlns:a16="http://schemas.microsoft.com/office/drawing/2014/main" id="{769632F9-3F77-A74A-95D3-7F50F13D6EA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9569" y="1789044"/>
            <a:ext cx="10372863" cy="4403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92F749C3-A394-6749-9E0E-8A9F1BAAF6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09568" y="798444"/>
            <a:ext cx="10372863" cy="747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3A4608-D78D-1046-A663-59961B4A04A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ED6F20-8CF8-9847-A9B3-599A3E4316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71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一：正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28B1C8F-D094-1C40-8064-9188058AD7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16" y="-27000"/>
            <a:ext cx="12276633" cy="69120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43A2B-B9AA-CD44-900C-94F1F27F3DC3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855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F133A88-44CF-2E45-B3DB-FE61DE7F08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8F43-8498-7E42-B905-1E70A988CFAA}" type="datetime1">
              <a:rPr kumimoji="1" lang="zh-CN" altLang="en-US" smtClean="0"/>
              <a:t>2023/4/28</a:t>
            </a:fld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779B0A-1980-6B42-AA1B-CD01D08249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118049"/>
            <a:ext cx="10515599" cy="1528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32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7AF521A-1434-B94F-B9F6-C4B14C6A10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809998"/>
            <a:ext cx="10515600" cy="49795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20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0555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封面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5B47A5FA-3037-2F40-BD2D-3702665F20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B2AA46-93BB-4743-B64B-43EC8A87D9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241" y="5456238"/>
            <a:ext cx="8811359" cy="9001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" name="图片占位符 12">
            <a:extLst>
              <a:ext uri="{FF2B5EF4-FFF2-40B4-BE49-F238E27FC236}">
                <a16:creationId xmlns:a16="http://schemas.microsoft.com/office/drawing/2014/main" id="{06EEADC5-40B2-7F4E-9A42-F8046FF430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5513" y="-27000"/>
            <a:ext cx="12283027" cy="49429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32BEC8-A129-0C47-B57F-EC8CADEF83B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34A34-BB95-6944-8599-70D7CA0FD7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62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30C42C0-A2F9-1340-A129-97E78C352E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4" y="-16933"/>
            <a:ext cx="12283027" cy="6912000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17042C10-1EE1-0F43-9DE7-652186E4A8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05" y="3429000"/>
            <a:ext cx="3246495" cy="276382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66DB39-82B4-EE44-8ABD-BB4863AF2C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11082" y="-16934"/>
            <a:ext cx="8236799" cy="6911999"/>
          </a:xfrm>
          <a:prstGeom prst="rect">
            <a:avLst/>
          </a:prstGeom>
        </p:spPr>
      </p:pic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0E9533EC-3027-A149-A650-590B046FD9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9223" y="519941"/>
            <a:ext cx="6584577" cy="5672883"/>
          </a:xfrm>
          <a:prstGeom prst="rect">
            <a:avLst/>
          </a:prstGeom>
        </p:spPr>
        <p:txBody>
          <a:bodyPr anchor="b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8001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657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145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22270B-5044-7748-B93C-2D8DB8F031A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607AFC-066A-3D49-9538-FB7C7FF70C7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61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30C42C0-A2F9-1340-A129-97E78C352E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2977D-E870-8548-B636-3255DF02C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05" y="4504875"/>
            <a:ext cx="3246495" cy="16879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7CF6C7A1-7037-A142-BDFD-9A069D2DFB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05" y="3327214"/>
            <a:ext cx="897547" cy="6635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66D86E-79FF-1C4E-A0E1-C6C72135BB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18721" y="-27012"/>
            <a:ext cx="8218793" cy="691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C95D22-1426-0144-924E-8E6D43C3C96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0EE691-8AE6-034F-AC51-2B317C7093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588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8D6F4BA2-251A-6F4E-85DE-8DAC53CF15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16" y="-27000"/>
            <a:ext cx="12276633" cy="69120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5F2B66-D21C-5640-A091-FFFFD9E7F6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2292695"/>
            <a:ext cx="3973997" cy="278257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图片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5150C8C-7EC2-774F-8DCE-F9AB6CC0D3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7942" y="214714"/>
            <a:ext cx="7623175" cy="4967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72FA05F0-9360-B14C-AC8A-EFAA9A9E44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57800" y="2292694"/>
            <a:ext cx="6096000" cy="2782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2DB466-36D6-AE45-BFAD-DA93DB5C82D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5189E-D4D4-1344-BB34-1F91D624B7C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472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正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2BCA70B-A9CD-244A-BA60-3CBE86BC1A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内容占位符 15">
            <a:extLst>
              <a:ext uri="{FF2B5EF4-FFF2-40B4-BE49-F238E27FC236}">
                <a16:creationId xmlns:a16="http://schemas.microsoft.com/office/drawing/2014/main" id="{FC633814-05A3-374B-BB73-2B1E4F0E9A2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9569" y="1789044"/>
            <a:ext cx="10372863" cy="4403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8" name="内容占位符 15">
            <a:extLst>
              <a:ext uri="{FF2B5EF4-FFF2-40B4-BE49-F238E27FC236}">
                <a16:creationId xmlns:a16="http://schemas.microsoft.com/office/drawing/2014/main" id="{66A24FA2-E2CD-1F4D-9375-3FAFCD5AFB9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09568" y="798444"/>
            <a:ext cx="10372863" cy="747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5C67F1-5525-EE4A-A362-B103F17EA6B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79ACC84-86E7-E345-9062-D7A00F6AC9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489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二：正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BB4F532-9193-7D40-A04B-EBAF3E61B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16" y="-27000"/>
            <a:ext cx="12276633" cy="6912000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2199A5-9791-FC40-A024-636FDECD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85D4BD-F62C-2241-B61E-9F307CBE4E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499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8D1C00F-4000-2343-ABD2-DBBA7D17E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B8354F05-5D43-7A45-A495-07B5F7BC1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118049"/>
            <a:ext cx="10515599" cy="1528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32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</p:txBody>
      </p:sp>
      <p:sp>
        <p:nvSpPr>
          <p:cNvPr id="8" name="文本占位符 9">
            <a:extLst>
              <a:ext uri="{FF2B5EF4-FFF2-40B4-BE49-F238E27FC236}">
                <a16:creationId xmlns:a16="http://schemas.microsoft.com/office/drawing/2014/main" id="{999F5F91-3195-284E-90F3-AB29A00164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809998"/>
            <a:ext cx="10515600" cy="49795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20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94145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419DC11-02ED-7344-B99B-CE5063F1FA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FF987508-A3C8-4349-AB61-AA86D91F81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241" y="5456238"/>
            <a:ext cx="8811359" cy="9001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8" name="图片占位符 12">
            <a:extLst>
              <a:ext uri="{FF2B5EF4-FFF2-40B4-BE49-F238E27FC236}">
                <a16:creationId xmlns:a16="http://schemas.microsoft.com/office/drawing/2014/main" id="{0A875A1F-6DA3-3C4E-A5C3-220DA3C3CF6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5513" y="-27000"/>
            <a:ext cx="12283027" cy="49429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5CFEB5-BEE0-0C45-AA13-DE7A996A6A8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3C8476-7AFA-934E-A5FE-B55329A3FB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193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D1387AF-60C5-EB48-B179-667DF8764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DA0E688E-5402-6241-83E4-7137A51EE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05" y="3429000"/>
            <a:ext cx="3246495" cy="276382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5FB802-45F3-DE43-A27C-4BDFD1B6E5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11083" y="-27000"/>
            <a:ext cx="8236800" cy="6912000"/>
          </a:xfrm>
          <a:prstGeom prst="rect">
            <a:avLst/>
          </a:prstGeom>
        </p:spPr>
      </p:pic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B243045C-DBDD-C049-8048-F747900499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9223" y="519941"/>
            <a:ext cx="6584577" cy="5672883"/>
          </a:xfrm>
          <a:prstGeom prst="rect">
            <a:avLst/>
          </a:prstGeom>
        </p:spPr>
        <p:txBody>
          <a:bodyPr anchor="b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8001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657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145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607ED2-9543-C348-941B-353C96594FC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6B7B51-3506-F64D-957C-72C80BDFE8F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42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D1387AF-60C5-EB48-B179-667DF8764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4E5D-7178-E04E-ABAA-0634F94D45C4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05" y="4504875"/>
            <a:ext cx="3246495" cy="16879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05" y="3327214"/>
            <a:ext cx="897547" cy="6635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lnSpc>
                <a:spcPct val="120000"/>
              </a:lnSpc>
              <a:buNone/>
              <a:defRPr sz="1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20000"/>
              </a:lnSpc>
              <a:buNone/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0" name="图片占位符 12">
            <a:extLst>
              <a:ext uri="{FF2B5EF4-FFF2-40B4-BE49-F238E27FC236}">
                <a16:creationId xmlns:a16="http://schemas.microsoft.com/office/drawing/2014/main" id="{F6567862-A806-654B-AC0A-BF6D169A61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18721" y="-27000"/>
            <a:ext cx="8218793" cy="691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5404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0A8EACB-D54A-E246-B598-3812ADC1C5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16" y="-27000"/>
            <a:ext cx="12276633" cy="69120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92B9-957B-F843-9BFC-15D6A40C2CC0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图片占位符 2">
            <a:extLst>
              <a:ext uri="{FF2B5EF4-FFF2-40B4-BE49-F238E27FC236}">
                <a16:creationId xmlns:a16="http://schemas.microsoft.com/office/drawing/2014/main" id="{33DB1228-2B19-4A45-8919-F70EFA1BAB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2292695"/>
            <a:ext cx="3973997" cy="278257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EF70D68B-3F02-2B4B-9301-C797564873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7942" y="214714"/>
            <a:ext cx="7623175" cy="4967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B6716B4A-D8EB-4144-BED0-BCEBC048403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57800" y="2292694"/>
            <a:ext cx="6096000" cy="2782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26871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6447736-1BFC-3E45-9E5E-F9B4265616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13" y="-27000"/>
            <a:ext cx="12283027" cy="69120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D516-6655-464F-9380-0705C62D3550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内容占位符 15">
            <a:extLst>
              <a:ext uri="{FF2B5EF4-FFF2-40B4-BE49-F238E27FC236}">
                <a16:creationId xmlns:a16="http://schemas.microsoft.com/office/drawing/2014/main" id="{09A1A4C0-054E-DC4C-82E4-EA7CB1AE640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9569" y="1789044"/>
            <a:ext cx="10372863" cy="4403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8" name="内容占位符 15">
            <a:extLst>
              <a:ext uri="{FF2B5EF4-FFF2-40B4-BE49-F238E27FC236}">
                <a16:creationId xmlns:a16="http://schemas.microsoft.com/office/drawing/2014/main" id="{AAEB42B2-765F-1245-866F-79327AB2D30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09568" y="798444"/>
            <a:ext cx="10372863" cy="747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4220693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DA1CBA6-811B-A34E-A3D4-0CB4FB50E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316" y="-27000"/>
            <a:ext cx="12276633" cy="69120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2F8B-81F9-8B4D-8D39-136B7B5485D9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249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AFFAC-3CC9-E74E-A129-448BE98BD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961E3-675C-2948-9A9B-231C5A738B2D}" type="datetime1">
              <a:rPr kumimoji="1" lang="zh-CN" altLang="en-US" smtClean="0"/>
              <a:t>2023/4/28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B39A69-FD34-9E45-88B8-67F54E76E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733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51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A89A9-AB4D-B04E-99BA-3FD65BF37C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81574"/>
            <a:ext cx="10515599" cy="1528424"/>
          </a:xfrm>
        </p:spPr>
        <p:txBody>
          <a:bodyPr/>
          <a:lstStyle/>
          <a:p>
            <a:r>
              <a:rPr kumimoji="1" lang="en-US" altLang="zh-CN" dirty="0"/>
              <a:t>M30</a:t>
            </a:r>
            <a:r>
              <a:rPr kumimoji="1" lang="ko-KR" altLang="en-US" dirty="0"/>
              <a:t>모듈 설치 높이 및 </a:t>
            </a:r>
            <a:r>
              <a:rPr kumimoji="1" lang="ko-KR" altLang="en-US" dirty="0" err="1"/>
              <a:t>화각</a:t>
            </a:r>
            <a:r>
              <a:rPr kumimoji="1" lang="ko-KR" altLang="en-US" dirty="0"/>
              <a:t> 가이드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5FE6D-C8B8-C543-81EA-87D1CC60E0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/>
              <a:t>2023.</a:t>
            </a: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206EA8-585C-C249-85BE-27583170EF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38733" y="6441017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93FE00-0B4C-AF40-8F57-0F2E12FDE392}" type="slidenum">
              <a:rPr kumimoji="1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60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FC53042-E4B8-E412-0B5C-E212E6C8B9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7942" y="214714"/>
            <a:ext cx="8430288" cy="496742"/>
          </a:xfrm>
        </p:spPr>
        <p:txBody>
          <a:bodyPr/>
          <a:lstStyle/>
          <a:p>
            <a:r>
              <a:rPr lang="ko-KR" altLang="en-US" dirty="0"/>
              <a:t>일반적으로 출입통제</a:t>
            </a:r>
            <a:r>
              <a:rPr lang="en-US" altLang="ko-KR" dirty="0"/>
              <a:t>/</a:t>
            </a:r>
            <a:r>
              <a:rPr lang="ko-KR" altLang="en-US" dirty="0" err="1"/>
              <a:t>로비폰</a:t>
            </a:r>
            <a:r>
              <a:rPr lang="ko-KR" altLang="en-US" dirty="0"/>
              <a:t> 시나리오 설치 높이 및 </a:t>
            </a:r>
            <a:r>
              <a:rPr lang="ko-KR" altLang="en-US" dirty="0" err="1"/>
              <a:t>화각</a:t>
            </a:r>
            <a:r>
              <a:rPr lang="ko-KR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EFCA87-DF1F-CC86-F947-B857F0143EC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90D7921-C534-8BE7-DD9F-BB3C6C812E8A}"/>
              </a:ext>
            </a:extLst>
          </p:cNvPr>
          <p:cNvGrpSpPr/>
          <p:nvPr/>
        </p:nvGrpSpPr>
        <p:grpSpPr>
          <a:xfrm>
            <a:off x="123070" y="956345"/>
            <a:ext cx="11792100" cy="5054366"/>
            <a:chOff x="123070" y="1803634"/>
            <a:chExt cx="11792100" cy="5054366"/>
          </a:xfrm>
        </p:grpSpPr>
        <p:pic>
          <p:nvPicPr>
            <p:cNvPr id="11" name="图片 10" descr="图表&#10;&#10;描述已自动生成">
              <a:extLst>
                <a:ext uri="{FF2B5EF4-FFF2-40B4-BE49-F238E27FC236}">
                  <a16:creationId xmlns:a16="http://schemas.microsoft.com/office/drawing/2014/main" id="{C8D8C367-24CB-320D-09A4-3F06B12640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13"/>
            <a:stretch/>
          </p:blipFill>
          <p:spPr>
            <a:xfrm>
              <a:off x="123070" y="2047008"/>
              <a:ext cx="5769954" cy="4810992"/>
            </a:xfrm>
            <a:prstGeom prst="rect">
              <a:avLst/>
            </a:prstGeom>
          </p:spPr>
        </p:pic>
        <p:pic>
          <p:nvPicPr>
            <p:cNvPr id="12" name="图片 11" descr="图表, 散点图&#10;&#10;描述已自动生成">
              <a:extLst>
                <a:ext uri="{FF2B5EF4-FFF2-40B4-BE49-F238E27FC236}">
                  <a16:creationId xmlns:a16="http://schemas.microsoft.com/office/drawing/2014/main" id="{F07B392C-EB5B-2D25-100F-5562A8F40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1494" y="1803634"/>
              <a:ext cx="5713676" cy="5020905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1E9F84F-ABC3-F24E-4A4F-CA9364381F6F}"/>
              </a:ext>
            </a:extLst>
          </p:cNvPr>
          <p:cNvSpPr txBox="1"/>
          <p:nvPr/>
        </p:nvSpPr>
        <p:spPr>
          <a:xfrm>
            <a:off x="745871" y="5950133"/>
            <a:ext cx="5553107" cy="75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M30 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세로 </a:t>
            </a:r>
            <a:r>
              <a:rPr lang="ko-KR" altLang="en-US" sz="1000" b="1" dirty="0" err="1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화각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lang="en-US" altLang="zh-CN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60°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입니다</a:t>
            </a:r>
            <a:endParaRPr lang="en-US" altLang="zh-CN" sz="1000" b="1" dirty="0">
              <a:solidFill>
                <a:srgbClr val="0070C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일반적으로 출입통제</a:t>
            </a:r>
            <a:r>
              <a:rPr lang="en-US" altLang="ko-KR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/</a:t>
            </a:r>
            <a:r>
              <a:rPr lang="ko-KR" altLang="en-US" sz="1000" b="1" dirty="0" err="1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로비폰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시나리오 설치 높이 </a:t>
            </a:r>
            <a:r>
              <a:rPr lang="en-US" altLang="zh-CN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130~140cm 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로 권장해드립니다</a:t>
            </a:r>
            <a:endParaRPr lang="en-US" altLang="zh-CN" sz="1000" b="1" dirty="0">
              <a:solidFill>
                <a:srgbClr val="0070C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인식 정확도 확보하기 위해 화면에 얼굴부분의 </a:t>
            </a:r>
            <a:r>
              <a:rPr lang="ko-KR" altLang="en-US" sz="1000" b="1" dirty="0" err="1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픽셀수</a:t>
            </a:r>
            <a:r>
              <a:rPr lang="zh-CN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：≥</a:t>
            </a:r>
            <a:r>
              <a:rPr lang="en-US" altLang="zh-CN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80*80</a:t>
            </a:r>
            <a:endParaRPr lang="zh-CN" altLang="en-US" sz="1000" dirty="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634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D90D09-C090-C66C-31F0-169896227C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ko-KR" altLang="en-US" dirty="0"/>
              <a:t>기타 설치 높이의 경우 </a:t>
            </a:r>
            <a:r>
              <a:rPr kumimoji="1" lang="ko-KR" altLang="en-US" dirty="0" err="1"/>
              <a:t>화각</a:t>
            </a:r>
            <a:r>
              <a:rPr kumimoji="1" lang="ko-KR" altLang="en-US" dirty="0"/>
              <a:t> 설명</a:t>
            </a: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A3A65A-0328-A042-933D-ED00D50DAC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 dirty="0"/>
          </a:p>
        </p:txBody>
      </p:sp>
      <p:pic>
        <p:nvPicPr>
          <p:cNvPr id="6" name="图片 5" descr="图表&#10;&#10;描述已自动生成">
            <a:extLst>
              <a:ext uri="{FF2B5EF4-FFF2-40B4-BE49-F238E27FC236}">
                <a16:creationId xmlns:a16="http://schemas.microsoft.com/office/drawing/2014/main" id="{3BCB7EEA-660A-EEA2-B070-50CCC071B1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86" y="1235352"/>
            <a:ext cx="5901339" cy="4775360"/>
          </a:xfrm>
          <a:prstGeom prst="rect">
            <a:avLst/>
          </a:prstGeom>
        </p:spPr>
      </p:pic>
      <p:pic>
        <p:nvPicPr>
          <p:cNvPr id="7" name="图片 6" descr="图表, 散点图&#10;&#10;描述已自动生成">
            <a:extLst>
              <a:ext uri="{FF2B5EF4-FFF2-40B4-BE49-F238E27FC236}">
                <a16:creationId xmlns:a16="http://schemas.microsoft.com/office/drawing/2014/main" id="{A27F6D1E-BE98-60E0-3B8E-841CE0147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899" y="1444456"/>
            <a:ext cx="5116741" cy="44977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7F594C0-F230-5395-7B17-E5765C28F710}"/>
              </a:ext>
            </a:extLst>
          </p:cNvPr>
          <p:cNvSpPr txBox="1"/>
          <p:nvPr/>
        </p:nvSpPr>
        <p:spPr>
          <a:xfrm>
            <a:off x="745870" y="5950133"/>
            <a:ext cx="8716911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예를 들어 학생 대상으로 사용하면 </a:t>
            </a:r>
            <a:r>
              <a:rPr lang="en-US" altLang="zh-CN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120cm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정도에 설치하며 높게 설치하면 </a:t>
            </a:r>
            <a:r>
              <a:rPr lang="en-US" altLang="ko-KR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150cm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높이의 </a:t>
            </a:r>
            <a:r>
              <a:rPr lang="ko-KR" altLang="en-US" sz="1000" b="1" dirty="0" err="1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화각도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같이 </a:t>
            </a:r>
            <a:r>
              <a:rPr lang="ko-KR" altLang="en-US" sz="1000" b="1" dirty="0" err="1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가이드해드립니다</a:t>
            </a:r>
            <a:endParaRPr lang="en-US" altLang="ko-KR" sz="1000" b="1" dirty="0">
              <a:solidFill>
                <a:srgbClr val="0070C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인식 정확도 확보하기 위해 화면에 얼굴부분의 </a:t>
            </a:r>
            <a:r>
              <a:rPr lang="ko-KR" altLang="en-US" sz="1000" b="1" dirty="0" err="1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픽셀수</a:t>
            </a:r>
            <a:r>
              <a:rPr lang="ko-KR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lang="zh-CN" altLang="en-US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≥</a:t>
            </a:r>
            <a:r>
              <a:rPr lang="en-US" altLang="zh-CN" sz="1000" b="1" dirty="0">
                <a:solidFill>
                  <a:srgbClr val="0070C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80*80pt</a:t>
            </a:r>
            <a:endParaRPr lang="zh-CN" altLang="en-US" sz="1000" dirty="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4716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BEA864F05CBAE94AB7C8AB0A319950F0" ma:contentTypeVersion="2" ma:contentTypeDescription="新建文档。" ma:contentTypeScope="" ma:versionID="25db4cb32bcbf77cb1b2a20013718588">
  <xsd:schema xmlns:xsd="http://www.w3.org/2001/XMLSchema" xmlns:xs="http://www.w3.org/2001/XMLSchema" xmlns:p="http://schemas.microsoft.com/office/2006/metadata/properties" xmlns:ns2="1206732a-a769-4143-840b-b15304916611" targetNamespace="http://schemas.microsoft.com/office/2006/metadata/properties" ma:root="true" ma:fieldsID="e3b22be595e59ae8d13b6277c1441cca" ns2:_="">
    <xsd:import namespace="1206732a-a769-4143-840b-b1530491661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06732a-a769-4143-840b-b1530491661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185614-2575-482E-80B9-17CE3823F062}"/>
</file>

<file path=customXml/itemProps2.xml><?xml version="1.0" encoding="utf-8"?>
<ds:datastoreItem xmlns:ds="http://schemas.openxmlformats.org/officeDocument/2006/customXml" ds:itemID="{100B5CDE-9C30-4CBF-84AA-23372D51DCDF}"/>
</file>

<file path=customXml/itemProps3.xml><?xml version="1.0" encoding="utf-8"?>
<ds:datastoreItem xmlns:ds="http://schemas.openxmlformats.org/officeDocument/2006/customXml" ds:itemID="{8DE2B33C-271A-4941-965F-853C9170191E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</Words>
  <Application>Microsoft Macintosh PowerPoint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思源黑体 CN Regular</vt:lpstr>
      <vt:lpstr>Microsoft YaHei</vt:lpstr>
      <vt:lpstr>Arial</vt:lpstr>
      <vt:lpstr>1_Office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方惠淳</dc:creator>
  <cp:lastModifiedBy>方惠淳</cp:lastModifiedBy>
  <cp:revision>1</cp:revision>
  <dcterms:created xsi:type="dcterms:W3CDTF">2023-04-28T10:25:27Z</dcterms:created>
  <dcterms:modified xsi:type="dcterms:W3CDTF">2023-04-28T10:33:34Z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0x010100BEA864F05CBAE94AB7C8AB0A319950F0</vt:lpwstr>
  </property>
</Properties>
</file>